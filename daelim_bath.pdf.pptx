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CD1E3-68B3-41D0-9F7B-3D0B2932966D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625E3-C449-4660-86D7-34A3FF05EC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58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6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95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58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352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71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4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04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02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42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77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38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B0ADE-D85D-4CFF-8B66-6B8C706875B1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454AF-B893-4BF0-B7F8-AB0D25B7DE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81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elimbath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539610"/>
            <a:ext cx="9144000" cy="1080510"/>
          </a:xfrm>
        </p:spPr>
        <p:txBody>
          <a:bodyPr/>
          <a:lstStyle/>
          <a:p>
            <a:r>
              <a:rPr lang="en-US" altLang="ko-KR" sz="6300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DAELIM BATH</a:t>
            </a:r>
            <a:endParaRPr lang="ko-KR" altLang="en-US" sz="6300" dirty="0"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751670"/>
            <a:ext cx="9144000" cy="396384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작성자 </a:t>
            </a:r>
            <a:r>
              <a:rPr lang="en-US" altLang="ko-KR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: </a:t>
            </a:r>
            <a:r>
              <a:rPr lang="ko-KR" altLang="en-US" dirty="0" smtClean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이경하</a:t>
            </a:r>
          </a:p>
        </p:txBody>
      </p:sp>
    </p:spTree>
    <p:extLst>
      <p:ext uri="{BB962C8B-B14F-4D97-AF65-F5344CB8AC3E}">
        <p14:creationId xmlns:p14="http://schemas.microsoft.com/office/powerpoint/2010/main" val="27831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웹사이트</a:t>
            </a:r>
            <a:endParaRPr lang="en-US" altLang="ko-KR" sz="4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724320"/>
              </p:ext>
            </p:extLst>
          </p:nvPr>
        </p:nvGraphicFramePr>
        <p:xfrm>
          <a:off x="3048000" y="4649436"/>
          <a:ext cx="6096000" cy="10965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908720925"/>
                    </a:ext>
                  </a:extLst>
                </a:gridCol>
                <a:gridCol w="1375883">
                  <a:extLst>
                    <a:ext uri="{9D8B030D-6E8A-4147-A177-3AD203B41FA5}">
                      <a16:colId xmlns:a16="http://schemas.microsoft.com/office/drawing/2014/main" val="2024685106"/>
                    </a:ext>
                  </a:extLst>
                </a:gridCol>
                <a:gridCol w="3500917">
                  <a:extLst>
                    <a:ext uri="{9D8B030D-6E8A-4147-A177-3AD203B41FA5}">
                      <a16:colId xmlns:a16="http://schemas.microsoft.com/office/drawing/2014/main" val="1132743216"/>
                    </a:ext>
                  </a:extLst>
                </a:gridCol>
              </a:tblGrid>
              <a:tr h="72572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i="0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화면설계</a:t>
                      </a:r>
                      <a:endParaRPr lang="ko-KR" altLang="en-US" b="1" i="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i="0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프로젝트명</a:t>
                      </a:r>
                      <a:endParaRPr lang="ko-KR" altLang="en-US" b="1" i="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latin typeface="G마켓 산스 Light" panose="02000000000000000000" pitchFamily="50" charset="-127"/>
                          <a:ea typeface="G마켓 산스 Light" panose="02000000000000000000" pitchFamily="50" charset="-127"/>
                        </a:rPr>
                        <a:t>대림바스</a:t>
                      </a:r>
                      <a:r>
                        <a:rPr lang="ko-KR" altLang="en-US" dirty="0" smtClean="0">
                          <a:latin typeface="G마켓 산스 Light" panose="02000000000000000000" pitchFamily="50" charset="-127"/>
                          <a:ea typeface="G마켓 산스 Light" panose="02000000000000000000" pitchFamily="50" charset="-127"/>
                        </a:rPr>
                        <a:t> 홈페이지 </a:t>
                      </a:r>
                      <a:r>
                        <a:rPr lang="ko-KR" altLang="en-US" dirty="0" err="1" smtClean="0">
                          <a:latin typeface="G마켓 산스 Light" panose="02000000000000000000" pitchFamily="50" charset="-127"/>
                          <a:ea typeface="G마켓 산스 Light" panose="02000000000000000000" pitchFamily="50" charset="-127"/>
                        </a:rPr>
                        <a:t>리디자인</a:t>
                      </a:r>
                      <a:endParaRPr lang="ko-KR" altLang="en-US" dirty="0"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7048542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i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작성자</a:t>
                      </a:r>
                      <a:endParaRPr lang="ko-KR" altLang="en-US" b="1" i="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G마켓 산스 Light" panose="02000000000000000000" pitchFamily="50" charset="-127"/>
                          <a:ea typeface="G마켓 산스 Light" panose="02000000000000000000" pitchFamily="50" charset="-127"/>
                        </a:rPr>
                        <a:t>이경하</a:t>
                      </a:r>
                      <a:endParaRPr lang="ko-KR" altLang="en-US" dirty="0">
                        <a:latin typeface="G마켓 산스 Light" panose="02000000000000000000" pitchFamily="50" charset="-127"/>
                        <a:ea typeface="G마켓 산스 Light" panose="02000000000000000000" pitchFamily="50" charset="-127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95355115"/>
                  </a:ext>
                </a:extLst>
              </a:tr>
            </a:tbl>
          </a:graphicData>
        </a:graphic>
      </p:graphicFrame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70295"/>
            <a:ext cx="9144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2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웹사이트 콘셉트 설정</a:t>
            </a:r>
            <a:endParaRPr lang="en-US" altLang="ko-KR" sz="4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310779"/>
              </p:ext>
            </p:extLst>
          </p:nvPr>
        </p:nvGraphicFramePr>
        <p:xfrm>
          <a:off x="821575" y="1126572"/>
          <a:ext cx="10548851" cy="5436129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797016695"/>
                    </a:ext>
                  </a:extLst>
                </a:gridCol>
                <a:gridCol w="8079971">
                  <a:extLst>
                    <a:ext uri="{9D8B030D-6E8A-4147-A177-3AD203B41FA5}">
                      <a16:colId xmlns:a16="http://schemas.microsoft.com/office/drawing/2014/main" val="1178363748"/>
                    </a:ext>
                  </a:extLst>
                </a:gridCol>
              </a:tblGrid>
              <a:tr h="52405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주제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대림바스</a:t>
                      </a: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(</a:t>
                      </a:r>
                      <a:r>
                        <a:rPr lang="en-US" altLang="ko-KR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www.daelimbath.com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  <a:effectLst/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  <a:effectLst/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04173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부주제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욕실</a:t>
                      </a:r>
                      <a:r>
                        <a:rPr lang="en-US" altLang="ko-KR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,</a:t>
                      </a: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인테리어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92904"/>
                  </a:ext>
                </a:extLst>
              </a:tr>
              <a:tr h="6262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주제 선정 이유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대림 </a:t>
                      </a:r>
                      <a:r>
                        <a:rPr lang="ko-KR" altLang="en-US" sz="1600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바스의</a:t>
                      </a: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깔끔하고 모던한 느낌이 좋고 일상에 자주 접하는 용품이라 선정함</a:t>
                      </a:r>
                      <a:endParaRPr lang="ko-KR" altLang="en-US" sz="1600" dirty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833853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타겟층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30-50</a:t>
                      </a: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대</a:t>
                      </a:r>
                      <a:endParaRPr lang="en-US" altLang="ko-KR" sz="1600" dirty="0" smtClean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65096"/>
                  </a:ext>
                </a:extLst>
              </a:tr>
              <a:tr h="52405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컨셉 키워드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깔끔한</a:t>
                      </a:r>
                      <a:r>
                        <a:rPr lang="en-US" altLang="ko-KR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,</a:t>
                      </a:r>
                      <a:r>
                        <a:rPr lang="en-US" altLang="ko-KR" sz="1600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</a:t>
                      </a:r>
                      <a:r>
                        <a:rPr lang="ko-KR" altLang="en-US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모던한</a:t>
                      </a:r>
                      <a:r>
                        <a:rPr lang="en-US" altLang="ko-KR" sz="160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,</a:t>
                      </a:r>
                      <a:r>
                        <a:rPr lang="en-US" altLang="ko-KR" sz="1600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정돈된</a:t>
                      </a:r>
                      <a:endParaRPr lang="ko-KR" altLang="en-US" sz="1600" dirty="0" smtClean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328560"/>
                  </a:ext>
                </a:extLst>
              </a:tr>
              <a:tr h="9045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페이지 주요 구성</a:t>
                      </a:r>
                      <a:r>
                        <a:rPr lang="ko-KR" altLang="en-US" baseline="0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 </a:t>
                      </a:r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사항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7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로고</a:t>
                      </a:r>
                      <a:r>
                        <a:rPr lang="en-US" altLang="ko-KR" sz="1600" spc="-7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 </a:t>
                      </a:r>
                      <a:r>
                        <a:rPr lang="ko-KR" altLang="en-US" sz="1600" spc="-120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네비게비션</a:t>
                      </a:r>
                      <a:r>
                        <a:rPr lang="en-US" altLang="ko-KR" sz="1600" spc="-12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</a:t>
                      </a:r>
                      <a:r>
                        <a:rPr lang="ko-KR" altLang="en-US" sz="1600" spc="-114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7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메뉴</a:t>
                      </a:r>
                      <a:r>
                        <a:rPr lang="en-US" altLang="ko-KR" sz="1600" spc="-7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 </a:t>
                      </a:r>
                      <a:r>
                        <a:rPr lang="en-US" altLang="ko-KR" sz="1600" spc="3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SNS, </a:t>
                      </a:r>
                      <a:r>
                        <a:rPr lang="ko-KR" altLang="en-US" sz="1600" spc="3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대림</a:t>
                      </a:r>
                      <a:r>
                        <a:rPr lang="ko-KR" altLang="en-US" sz="1600" spc="30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시리즈</a:t>
                      </a:r>
                      <a:r>
                        <a:rPr lang="ko-KR" altLang="en-US" sz="1600" spc="-16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메인</a:t>
                      </a:r>
                      <a:r>
                        <a:rPr lang="ko-KR" altLang="en-US" sz="1600" spc="-16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이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미지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</a:t>
                      </a:r>
                      <a:r>
                        <a:rPr lang="ko-KR" altLang="en-US" sz="1600" spc="-95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대림바스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기술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 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스마트 </a:t>
                      </a:r>
                      <a:r>
                        <a:rPr lang="ko-KR" altLang="en-US" sz="1600" spc="-95" dirty="0" err="1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테크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소개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 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추천 제품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 </a:t>
                      </a:r>
                      <a:r>
                        <a:rPr lang="ko-KR" altLang="en-US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로그인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,</a:t>
                      </a:r>
                      <a:r>
                        <a:rPr lang="en-US" altLang="ko-KR" sz="1600" spc="-95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95" baseline="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대림 고객센터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endParaRPr lang="ko-KR" altLang="en-US" sz="1600" dirty="0" smtClean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Arial Unicode M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784684"/>
                  </a:ext>
                </a:extLst>
              </a:tr>
              <a:tr h="9045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페이지 전체 개략도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전체적으로</a:t>
                      </a:r>
                      <a:r>
                        <a:rPr lang="ko-KR" altLang="en-US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그레이 톤을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사용하여</a:t>
                      </a:r>
                      <a:r>
                        <a:rPr lang="ko-KR" altLang="en-US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프리미엄</a:t>
                      </a:r>
                      <a:r>
                        <a:rPr lang="ko-KR" altLang="en-US" sz="1600" spc="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퀄리티</a:t>
                      </a:r>
                      <a:r>
                        <a:rPr lang="ko-KR" altLang="en-US" sz="1600" spc="-16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욕실 인테리어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브랜드의</a:t>
                      </a:r>
                      <a:r>
                        <a:rPr lang="ko-KR" altLang="en-US" sz="1600" spc="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느낌을</a:t>
                      </a:r>
                      <a:r>
                        <a:rPr lang="ko-KR" altLang="en-US" sz="1600" spc="12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강조 함</a:t>
                      </a:r>
                      <a:r>
                        <a:rPr lang="en-US" altLang="ko-KR" sz="1600" spc="-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.</a:t>
                      </a:r>
                      <a:r>
                        <a:rPr lang="ko-KR" altLang="en-US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레이아웃</a:t>
                      </a:r>
                      <a:r>
                        <a:rPr lang="ko-KR" altLang="en-US" sz="1600" spc="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구성도</a:t>
                      </a:r>
                      <a:r>
                        <a:rPr lang="ko-KR" altLang="en-US" sz="1600" spc="12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사진 위주로 간결하고 세련되게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재배치</a:t>
                      </a:r>
                      <a:r>
                        <a:rPr lang="ko-KR" altLang="en-US" sz="1600" spc="6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함</a:t>
                      </a:r>
                      <a:r>
                        <a:rPr lang="en-US" altLang="ko-KR" sz="1600" spc="-9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.</a:t>
                      </a:r>
                      <a:endParaRPr lang="ko-KR" altLang="en-US" sz="1600" dirty="0" smtClean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Arial Unicode M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762533"/>
                  </a:ext>
                </a:extLst>
              </a:tr>
              <a:tr h="90453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latin typeface="G마켓 산스 Bold" panose="02000000000000000000" pitchFamily="50" charset="-127"/>
                          <a:ea typeface="G마켓 산스 Bold" panose="02000000000000000000" pitchFamily="50" charset="-127"/>
                        </a:rPr>
                        <a:t>주요 페이지 구성도</a:t>
                      </a:r>
                      <a:endParaRPr lang="ko-KR" altLang="en-US" dirty="0">
                        <a:latin typeface="G마켓 산스 Bold" panose="02000000000000000000" pitchFamily="50" charset="-127"/>
                        <a:ea typeface="G마켓 산스 Bold" panose="02000000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lang="ko-KR" altLang="en-US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연파랑색으로 깨끗한 이미지를 주고 남색으로 신뢰감을 더해 줌</a:t>
                      </a:r>
                      <a:r>
                        <a:rPr lang="en-US" altLang="ko-KR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.</a:t>
                      </a:r>
                      <a:r>
                        <a:rPr lang="ko-KR" altLang="en-US" sz="1600" spc="10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아늑한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베이지</a:t>
                      </a:r>
                      <a:r>
                        <a:rPr lang="ko-KR" altLang="en-US" sz="1600" spc="110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 </a:t>
                      </a:r>
                      <a:r>
                        <a:rPr lang="ko-KR" altLang="en-US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계열을 섞어 지나치게 차가워 보이지 않도록 조화롭게 배치함</a:t>
                      </a:r>
                      <a:r>
                        <a:rPr lang="en-US" altLang="ko-KR" sz="1600" spc="-165" dirty="0" smtClean="0"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  <a:cs typeface="Arial Unicode MS"/>
                        </a:rPr>
                        <a:t>.</a:t>
                      </a:r>
                      <a:endParaRPr lang="ko-KR" altLang="en-US" sz="1600" dirty="0" smtClean="0"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  <a:cs typeface="Arial Unicode M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22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2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정보설계</a:t>
            </a:r>
            <a:endParaRPr lang="en-US" altLang="ko-KR" sz="4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564719"/>
              </p:ext>
            </p:extLst>
          </p:nvPr>
        </p:nvGraphicFramePr>
        <p:xfrm>
          <a:off x="2337888" y="3534525"/>
          <a:ext cx="7516225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03245">
                  <a:extLst>
                    <a:ext uri="{9D8B030D-6E8A-4147-A177-3AD203B41FA5}">
                      <a16:colId xmlns:a16="http://schemas.microsoft.com/office/drawing/2014/main" val="842764885"/>
                    </a:ext>
                  </a:extLst>
                </a:gridCol>
                <a:gridCol w="1503245">
                  <a:extLst>
                    <a:ext uri="{9D8B030D-6E8A-4147-A177-3AD203B41FA5}">
                      <a16:colId xmlns:a16="http://schemas.microsoft.com/office/drawing/2014/main" val="2968717287"/>
                    </a:ext>
                  </a:extLst>
                </a:gridCol>
                <a:gridCol w="1503245">
                  <a:extLst>
                    <a:ext uri="{9D8B030D-6E8A-4147-A177-3AD203B41FA5}">
                      <a16:colId xmlns:a16="http://schemas.microsoft.com/office/drawing/2014/main" val="2470708356"/>
                    </a:ext>
                  </a:extLst>
                </a:gridCol>
                <a:gridCol w="1503245">
                  <a:extLst>
                    <a:ext uri="{9D8B030D-6E8A-4147-A177-3AD203B41FA5}">
                      <a16:colId xmlns:a16="http://schemas.microsoft.com/office/drawing/2014/main" val="2690707477"/>
                    </a:ext>
                  </a:extLst>
                </a:gridCol>
                <a:gridCol w="1503245">
                  <a:extLst>
                    <a:ext uri="{9D8B030D-6E8A-4147-A177-3AD203B41FA5}">
                      <a16:colId xmlns:a16="http://schemas.microsoft.com/office/drawing/2014/main" val="1285672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바스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/>
                        <a:t>리모델링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렌탈</a:t>
                      </a:r>
                      <a:r>
                        <a:rPr lang="en-US" altLang="ko-KR" sz="1200" dirty="0" smtClean="0"/>
                        <a:t>/</a:t>
                      </a:r>
                      <a:r>
                        <a:rPr lang="ko-KR" altLang="en-US" sz="1200" dirty="0" smtClean="0"/>
                        <a:t>케어 서비스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제품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AS/</a:t>
                      </a:r>
                      <a:r>
                        <a:rPr lang="ko-KR" altLang="en-US" sz="1400" dirty="0" smtClean="0"/>
                        <a:t>문의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147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42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38275"/>
              </p:ext>
            </p:extLst>
          </p:nvPr>
        </p:nvGraphicFramePr>
        <p:xfrm>
          <a:off x="744188" y="1477336"/>
          <a:ext cx="10703625" cy="48403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15885">
                  <a:extLst>
                    <a:ext uri="{9D8B030D-6E8A-4147-A177-3AD203B41FA5}">
                      <a16:colId xmlns:a16="http://schemas.microsoft.com/office/drawing/2014/main" val="4149612044"/>
                    </a:ext>
                  </a:extLst>
                </a:gridCol>
                <a:gridCol w="3981796">
                  <a:extLst>
                    <a:ext uri="{9D8B030D-6E8A-4147-A177-3AD203B41FA5}">
                      <a16:colId xmlns:a16="http://schemas.microsoft.com/office/drawing/2014/main" val="615264270"/>
                    </a:ext>
                  </a:extLst>
                </a:gridCol>
                <a:gridCol w="4805944">
                  <a:extLst>
                    <a:ext uri="{9D8B030D-6E8A-4147-A177-3AD203B41FA5}">
                      <a16:colId xmlns:a16="http://schemas.microsoft.com/office/drawing/2014/main" val="4094647789"/>
                    </a:ext>
                  </a:extLst>
                </a:gridCol>
              </a:tblGrid>
              <a:tr h="242016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68443"/>
                  </a:ext>
                </a:extLst>
              </a:tr>
              <a:tr h="242016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349959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디자인 스타일 가이드</a:t>
            </a:r>
            <a:endParaRPr lang="en-US" altLang="ko-KR" sz="4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061853" y="1689817"/>
            <a:ext cx="3034147" cy="2031077"/>
            <a:chOff x="1079269" y="1903618"/>
            <a:chExt cx="3034147" cy="2031077"/>
          </a:xfrm>
        </p:grpSpPr>
        <p:sp>
          <p:nvSpPr>
            <p:cNvPr id="7" name="직사각형 6"/>
            <p:cNvSpPr/>
            <p:nvPr/>
          </p:nvSpPr>
          <p:spPr>
            <a:xfrm>
              <a:off x="1079269" y="1903618"/>
              <a:ext cx="931026" cy="9310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주조색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079269" y="3003669"/>
              <a:ext cx="931026" cy="9310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보조색</a:t>
              </a:r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137524" y="1903618"/>
              <a:ext cx="931026" cy="9310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ffffff</a:t>
              </a:r>
              <a:endParaRPr lang="ko-KR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37524" y="3003669"/>
              <a:ext cx="931026" cy="931026"/>
            </a:xfrm>
            <a:prstGeom prst="rect">
              <a:avLst/>
            </a:prstGeom>
            <a:solidFill>
              <a:srgbClr val="111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111b2a</a:t>
              </a:r>
              <a:endPara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182390" y="3003669"/>
              <a:ext cx="931026" cy="93102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G마켓 산스 Medium" panose="02000000000000000000" pitchFamily="50" charset="-127"/>
                  <a:ea typeface="G마켓 산스 Medium" panose="02000000000000000000" pitchFamily="50" charset="-127"/>
                </a:rPr>
                <a:t>cccccc</a:t>
              </a:r>
              <a:endParaRPr lang="ko-KR" alt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마켓 산스 Medium" panose="02000000000000000000" pitchFamily="50" charset="-127"/>
                <a:ea typeface="G마켓 산스 Medium" panose="02000000000000000000" pitchFamily="50" charset="-127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400567" y="2510463"/>
            <a:ext cx="737318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 anchor="ctr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</a:rPr>
              <a:t>COLOR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00567" y="4918573"/>
            <a:ext cx="633507" cy="2923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 anchor="ctr">
            <a:spAutoFit/>
          </a:bodyPr>
          <a:lstStyle/>
          <a:p>
            <a:r>
              <a:rPr lang="en-US" altLang="ko-KR" sz="1300" b="1" dirty="0" smtClean="0">
                <a:solidFill>
                  <a:schemeClr val="bg1"/>
                </a:solidFill>
              </a:rPr>
              <a:t>FONT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61853" y="4741602"/>
            <a:ext cx="2027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나눔고딕</a:t>
            </a:r>
            <a:endParaRPr lang="ko-KR" altLang="en-US" sz="36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8725" y="4741602"/>
            <a:ext cx="420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나눔고딕을</a:t>
            </a:r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 사용해</a:t>
            </a:r>
            <a:r>
              <a:rPr lang="en-US" altLang="ko-KR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, </a:t>
            </a:r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웹사이트 전체적으로 </a:t>
            </a:r>
            <a:endParaRPr lang="en-US" altLang="ko-KR" dirty="0" smtClean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깔끔하고 정돈된 이미지를 준다</a:t>
            </a:r>
            <a:r>
              <a:rPr lang="en-US" altLang="ko-KR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.</a:t>
            </a:r>
            <a:endParaRPr lang="en-US" altLang="ko-KR" dirty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48725" y="1787996"/>
            <a:ext cx="42069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주조색은</a:t>
            </a:r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 쨍한 화이트로</a:t>
            </a:r>
            <a:endParaRPr lang="en-US" altLang="ko-KR" dirty="0" smtClean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군더더기 없이 깔끔한 느낌을 준다</a:t>
            </a:r>
            <a:r>
              <a:rPr lang="en-US" altLang="ko-KR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.</a:t>
            </a:r>
          </a:p>
          <a:p>
            <a:endParaRPr lang="en-US" altLang="ko-KR" dirty="0" smtClean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보조색인</a:t>
            </a:r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 진한 남색과 블랙으로 </a:t>
            </a:r>
            <a:endParaRPr lang="en-US" altLang="ko-KR" dirty="0" smtClean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화이트와 대비되어 </a:t>
            </a:r>
            <a:endParaRPr lang="en-US" altLang="ko-KR" dirty="0" smtClean="0">
              <a:latin typeface="G마켓 산스 Light" panose="02000000000000000000" pitchFamily="50" charset="-127"/>
              <a:ea typeface="G마켓 산스 Light" panose="02000000000000000000" pitchFamily="50" charset="-127"/>
            </a:endParaRPr>
          </a:p>
          <a:p>
            <a:r>
              <a:rPr lang="ko-KR" altLang="en-US" dirty="0" err="1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가독성을</a:t>
            </a:r>
            <a:r>
              <a:rPr lang="ko-KR" altLang="en-US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 높이고 단정한 느낌을 준다</a:t>
            </a:r>
            <a:r>
              <a:rPr lang="en-US" altLang="ko-KR" dirty="0" smtClean="0">
                <a:latin typeface="G마켓 산스 Light" panose="02000000000000000000" pitchFamily="50" charset="-127"/>
                <a:ea typeface="G마켓 산스 Light" panose="020000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4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디자인 제작 </a:t>
            </a:r>
            <a:r>
              <a:rPr lang="en-US" altLang="ko-KR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(main page)</a:t>
            </a:r>
            <a:endParaRPr lang="en-US" altLang="ko-KR" sz="2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77"/>
          <a:stretch/>
        </p:blipFill>
        <p:spPr>
          <a:xfrm>
            <a:off x="2302625" y="975831"/>
            <a:ext cx="3549535" cy="57151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06"/>
          <a:stretch/>
        </p:blipFill>
        <p:spPr>
          <a:xfrm>
            <a:off x="5996886" y="972589"/>
            <a:ext cx="3764341" cy="57082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156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웹페이지</a:t>
            </a:r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문서 구조화 </a:t>
            </a:r>
            <a:r>
              <a:rPr lang="en-US" altLang="ko-KR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제작</a:t>
            </a:r>
            <a:r>
              <a:rPr lang="en-US" altLang="ko-KR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altLang="ko-KR" sz="2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505866" y="1083682"/>
            <a:ext cx="7180269" cy="5586153"/>
            <a:chOff x="2334985" y="1083682"/>
            <a:chExt cx="7180269" cy="5586153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84" b="47393"/>
            <a:stretch/>
          </p:blipFill>
          <p:spPr>
            <a:xfrm>
              <a:off x="2334985" y="1083682"/>
              <a:ext cx="3334295" cy="558615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969"/>
            <a:stretch/>
          </p:blipFill>
          <p:spPr>
            <a:xfrm>
              <a:off x="6018414" y="1083682"/>
              <a:ext cx="3496840" cy="55861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43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1"/>
            <a:ext cx="12192000" cy="8210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웹페이지</a:t>
            </a:r>
            <a:r>
              <a:rPr lang="ko-KR" altLang="en-US" sz="4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문서 구조화 </a:t>
            </a:r>
            <a:r>
              <a:rPr lang="en-US" altLang="ko-KR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(</a:t>
            </a:r>
            <a:r>
              <a:rPr lang="ko-KR" altLang="en-US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구현 제작</a:t>
            </a:r>
            <a:r>
              <a:rPr lang="en-US" altLang="ko-KR" sz="2000" dirty="0" smtClean="0">
                <a:solidFill>
                  <a:schemeClr val="tx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)</a:t>
            </a:r>
            <a:endParaRPr lang="en-US" altLang="ko-KR" sz="2000" dirty="0">
              <a:solidFill>
                <a:schemeClr val="tx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851439" y="1122217"/>
            <a:ext cx="10489122" cy="5455471"/>
            <a:chOff x="651933" y="1122217"/>
            <a:chExt cx="10489122" cy="5455471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1" t="2546" r="4987" b="62424"/>
            <a:stretch/>
          </p:blipFill>
          <p:spPr>
            <a:xfrm>
              <a:off x="651933" y="1122217"/>
              <a:ext cx="3564468" cy="5449578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86" t="37212" r="10293" b="30182"/>
            <a:stretch/>
          </p:blipFill>
          <p:spPr>
            <a:xfrm>
              <a:off x="4392045" y="1122217"/>
              <a:ext cx="3598333" cy="5455471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6" t="74667" r="5220" b="1336"/>
            <a:stretch/>
          </p:blipFill>
          <p:spPr>
            <a:xfrm>
              <a:off x="8166022" y="1122217"/>
              <a:ext cx="2975033" cy="3121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279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201</Words>
  <Application>Microsoft Office PowerPoint</Application>
  <PresentationFormat>와이드스크린</PresentationFormat>
  <Paragraphs>51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Arial Unicode MS</vt:lpstr>
      <vt:lpstr>G마켓 산스 Bold</vt:lpstr>
      <vt:lpstr>G마켓 산스 Light</vt:lpstr>
      <vt:lpstr>G마켓 산스 Medium</vt:lpstr>
      <vt:lpstr>나눔고딕 ExtraBold</vt:lpstr>
      <vt:lpstr>맑은 고딕</vt:lpstr>
      <vt:lpstr>Arial</vt:lpstr>
      <vt:lpstr>Office 테마</vt:lpstr>
      <vt:lpstr>DAELIM BATH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대림바스 기획</dc:title>
  <dc:creator>YJ</dc:creator>
  <cp:lastModifiedBy>YJ</cp:lastModifiedBy>
  <cp:revision>92</cp:revision>
  <dcterms:created xsi:type="dcterms:W3CDTF">2024-07-09T06:43:45Z</dcterms:created>
  <dcterms:modified xsi:type="dcterms:W3CDTF">2024-11-05T07:03:19Z</dcterms:modified>
</cp:coreProperties>
</file>